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1870" autoAdjust="0"/>
    <p:restoredTop sz="94660"/>
  </p:normalViewPr>
  <p:slideViewPr>
    <p:cSldViewPr snapToGrid="0">
      <p:cViewPr>
        <p:scale>
          <a:sx n="66" d="100"/>
          <a:sy n="66" d="100"/>
        </p:scale>
        <p:origin x="-418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1C937-3E9D-DF56-B523-6ECF5BC4B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0104D-4FF0-CD1D-D60F-7AD17C1EA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BE021-9D76-5A87-F539-FFA83AA3B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B69DD-1F30-401E-AF5E-AEA12C878C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53888-5C8C-F3A7-AD35-74E57FFB3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D6C2A-BD83-8D01-12DD-3D1C2905A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A4F8-07A4-48B5-91AD-429E24FEC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208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774CA-79AC-B1EA-175D-8735A5110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B654E-E67E-AEAC-48B7-6D2124EF1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DEB62-4796-719C-FE0E-1370EBF93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B69DD-1F30-401E-AF5E-AEA12C878C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73686-2A00-FFAA-935E-3977FD3D6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CF050-911B-6710-732E-37C5CFE53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A4F8-07A4-48B5-91AD-429E24FEC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11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D1C4-76D8-1865-1F67-812D930FE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59D85-2472-8E49-FFB0-412245B49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4A488-0E45-2891-810E-A386F2452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B69DD-1F30-401E-AF5E-AEA12C878C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00419-6165-F700-6D98-E93CF06E6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95266-50AD-4F43-37DF-0D7E972E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A4F8-07A4-48B5-91AD-429E24FEC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706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6D35D-BEC2-9010-8791-19CCBF521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0478A-CF9C-F51D-A4CF-6C3FDEBB7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8D5F6-A8B3-9579-C847-F30955300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D1F72-D0D0-F305-C9C9-DD07D5E67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B69DD-1F30-401E-AF5E-AEA12C878C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557F1-D412-1BC1-4412-9B40C0A3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2DD58-CD54-A982-493A-D0C1CEAB6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A4F8-07A4-48B5-91AD-429E24FEC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50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F2C3-F78C-E9D0-DCC1-DC2C66B4A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90836-E0E3-243C-05F4-FBDA111C3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DAF16-97B7-2808-030B-379A1EED5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C87D0D-1AF0-62F8-0615-22880DB22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4EBDA6-D736-F009-C7B6-B78CDABF51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13D7D4-56D6-7290-2E3C-EA84711B9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B69DD-1F30-401E-AF5E-AEA12C878C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3EF53D-FC54-8B61-6C0D-44A3BD045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852669-EEE7-A8E6-6BF7-0030688DB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A4F8-07A4-48B5-91AD-429E24FEC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228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E2EF7-2A21-9AE4-0E11-D5AEEFF63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88A9A5-4A0C-3F76-6001-C11D85DB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B69DD-1F30-401E-AF5E-AEA12C878C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BDD19-21C0-0997-170E-A077B678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8B5FD-94D0-7293-FAD4-34FB42591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A4F8-07A4-48B5-91AD-429E24FEC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64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476C9B-17AA-0170-6F7C-4BF67590C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B69DD-1F30-401E-AF5E-AEA12C878C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9C6F35-3CAD-C958-A5CC-C9D942376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5BC5C-3B6E-29A4-A27D-C5F5E2A0B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A4F8-07A4-48B5-91AD-429E24FEC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87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C814-C498-8541-4146-4B6B339F5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43B59-1ACC-19E7-F0EF-384D0F020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6010C-50C3-8719-4498-1B510AF70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C7D81-A529-B0AC-F539-CE8BE8800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B69DD-1F30-401E-AF5E-AEA12C878C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9169A-8760-C7DC-3F88-36CEBE75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E5711-AEBF-8000-5110-41DA81E6C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A4F8-07A4-48B5-91AD-429E24FEC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615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F78E8-3DDF-8372-856F-8EB5814DF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C9ECD-0B43-9248-91A0-8B88E8EDC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295F7-184C-497C-1578-3831D79BE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2065E-CBC3-0884-7A2F-8BAD948B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B69DD-1F30-401E-AF5E-AEA12C878C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8015D-1C97-4A23-6252-CBE65E27F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D5F8F-5C6F-1A1B-9231-6E097068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A4F8-07A4-48B5-91AD-429E24FEC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826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A418-B29D-F681-C194-69A4F8781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9E70F-8669-630B-A03A-0694EF59B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60D0C-7A42-8DEE-4FD9-7A0E82D6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B69DD-1F30-401E-AF5E-AEA12C878C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7034C-8F73-C060-6EE9-70689702D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B4551-5449-7AAD-6861-C6A19B9F9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A4F8-07A4-48B5-91AD-429E24FEC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838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80B359-E5C9-8D6F-E836-C9E84302C4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E07AF-C297-FBF6-6809-AA4562687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E5C17-F716-7A79-62CA-BD3955224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B69DD-1F30-401E-AF5E-AEA12C878C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B98FB-FA8B-16E4-A977-EF2FB5655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77725-4E18-52A4-4854-FC75AF00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6A4F8-07A4-48B5-91AD-429E24FEC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045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E369C2-2100-A067-56D2-56AE38E14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5FE8B-29AB-1DB8-BB9E-660882486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A244F-E428-86F2-0BC9-11816A097D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B69DD-1F30-401E-AF5E-AEA12C878CDC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03D10-7034-51DA-F50F-D3DEA3997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340D9-8A4A-02A1-0EDA-C349F6AFD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6A4F8-07A4-48B5-91AD-429E24FEC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763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F7DC-FC6C-3B2F-4741-27F1C47E2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E74C7-80D3-72B6-2AD3-46E7198F0D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064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D0A478-48EE-B7E0-96BD-B4859F583607}"/>
              </a:ext>
            </a:extLst>
          </p:cNvPr>
          <p:cNvSpPr/>
          <p:nvPr/>
        </p:nvSpPr>
        <p:spPr>
          <a:xfrm>
            <a:off x="2046792" y="1469984"/>
            <a:ext cx="1620456" cy="3692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9C2EA1-C36D-F92B-ECC3-2FD3BDD9B76A}"/>
              </a:ext>
            </a:extLst>
          </p:cNvPr>
          <p:cNvSpPr/>
          <p:nvPr/>
        </p:nvSpPr>
        <p:spPr>
          <a:xfrm>
            <a:off x="4084900" y="1469984"/>
            <a:ext cx="2184720" cy="3692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707388-928C-062A-3C23-6EC2F43E9639}"/>
              </a:ext>
            </a:extLst>
          </p:cNvPr>
          <p:cNvSpPr/>
          <p:nvPr/>
        </p:nvSpPr>
        <p:spPr>
          <a:xfrm>
            <a:off x="6653513" y="1469983"/>
            <a:ext cx="1738134" cy="42016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A6FD94-3E12-418B-7E68-ED5AC8D0F5EF}"/>
              </a:ext>
            </a:extLst>
          </p:cNvPr>
          <p:cNvSpPr/>
          <p:nvPr/>
        </p:nvSpPr>
        <p:spPr>
          <a:xfrm>
            <a:off x="8785180" y="1475772"/>
            <a:ext cx="1880888" cy="3692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1D344C-18EE-D92E-93AD-BC81BD8E5360}"/>
              </a:ext>
            </a:extLst>
          </p:cNvPr>
          <p:cNvSpPr/>
          <p:nvPr/>
        </p:nvSpPr>
        <p:spPr>
          <a:xfrm>
            <a:off x="2214625" y="1591520"/>
            <a:ext cx="1284789" cy="4398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and Data Acquisition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336BA6-5A72-0BE9-5A7C-2E912829C3FC}"/>
              </a:ext>
            </a:extLst>
          </p:cNvPr>
          <p:cNvSpPr/>
          <p:nvPr/>
        </p:nvSpPr>
        <p:spPr>
          <a:xfrm>
            <a:off x="2214625" y="2152894"/>
            <a:ext cx="1284789" cy="43983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341259-9E03-E7E9-E246-1A8BBD0E87FD}"/>
              </a:ext>
            </a:extLst>
          </p:cNvPr>
          <p:cNvSpPr/>
          <p:nvPr/>
        </p:nvSpPr>
        <p:spPr>
          <a:xfrm>
            <a:off x="2214625" y="2714268"/>
            <a:ext cx="1284788" cy="60766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Drone Captured Images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58DCF60-BC70-B90D-EF2C-869ACBA39446}"/>
              </a:ext>
            </a:extLst>
          </p:cNvPr>
          <p:cNvSpPr/>
          <p:nvPr/>
        </p:nvSpPr>
        <p:spPr>
          <a:xfrm>
            <a:off x="2218484" y="3429000"/>
            <a:ext cx="1284788" cy="60766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Approval Database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2520A3-6D09-45E1-08AA-E3227DDF5D9C}"/>
              </a:ext>
            </a:extLst>
          </p:cNvPr>
          <p:cNvSpPr/>
          <p:nvPr/>
        </p:nvSpPr>
        <p:spPr>
          <a:xfrm>
            <a:off x="2214625" y="4201609"/>
            <a:ext cx="1284788" cy="60766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7D5FE46-663C-5A92-3A70-E20C821ACCAE}"/>
              </a:ext>
            </a:extLst>
          </p:cNvPr>
          <p:cNvSpPr/>
          <p:nvPr/>
        </p:nvSpPr>
        <p:spPr>
          <a:xfrm>
            <a:off x="4294206" y="1507606"/>
            <a:ext cx="1788289" cy="6076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and Change Detection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525F44E-BB00-6444-A083-856972E96DBE}"/>
              </a:ext>
            </a:extLst>
          </p:cNvPr>
          <p:cNvSpPr/>
          <p:nvPr/>
        </p:nvSpPr>
        <p:spPr>
          <a:xfrm>
            <a:off x="4236332" y="2178931"/>
            <a:ext cx="1909823" cy="47746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Based Server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5DA5A4-DD1A-FC10-6FE6-B5DC3BC44DFE}"/>
              </a:ext>
            </a:extLst>
          </p:cNvPr>
          <p:cNvSpPr/>
          <p:nvPr/>
        </p:nvSpPr>
        <p:spPr>
          <a:xfrm>
            <a:off x="4236332" y="2809727"/>
            <a:ext cx="1909824" cy="47746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Differencing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6467AB-8E7C-373D-BB35-508398589BB8}"/>
              </a:ext>
            </a:extLst>
          </p:cNvPr>
          <p:cNvSpPr/>
          <p:nvPr/>
        </p:nvSpPr>
        <p:spPr>
          <a:xfrm>
            <a:off x="4236332" y="3505668"/>
            <a:ext cx="1909824" cy="47746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Thresholding and Segmentation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C540AA0-F4CD-08E7-7DC1-B837B5D9A3DC}"/>
              </a:ext>
            </a:extLst>
          </p:cNvPr>
          <p:cNvSpPr/>
          <p:nvPr/>
        </p:nvSpPr>
        <p:spPr>
          <a:xfrm>
            <a:off x="4222348" y="4201609"/>
            <a:ext cx="1909824" cy="47746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Detection Output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482E347-5118-F12F-86DB-2A0BAFD98BD5}"/>
              </a:ext>
            </a:extLst>
          </p:cNvPr>
          <p:cNvSpPr/>
          <p:nvPr/>
        </p:nvSpPr>
        <p:spPr>
          <a:xfrm>
            <a:off x="6721031" y="1507606"/>
            <a:ext cx="1552937" cy="4774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Visualization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A572A35-BBBC-11A7-9B93-931193446E8C}"/>
              </a:ext>
            </a:extLst>
          </p:cNvPr>
          <p:cNvSpPr/>
          <p:nvPr/>
        </p:nvSpPr>
        <p:spPr>
          <a:xfrm>
            <a:off x="6750931" y="1985066"/>
            <a:ext cx="1552937" cy="6076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Image(Reference state of area)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4AB5BB6-E1CE-37A8-D66D-FBD4BF18F373}"/>
              </a:ext>
            </a:extLst>
          </p:cNvPr>
          <p:cNvSpPr/>
          <p:nvPr/>
        </p:nvSpPr>
        <p:spPr>
          <a:xfrm>
            <a:off x="6750931" y="2662188"/>
            <a:ext cx="1552937" cy="6076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Image(Current view of area)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233661B-4EF3-262D-7E77-074585BAA892}"/>
              </a:ext>
            </a:extLst>
          </p:cNvPr>
          <p:cNvSpPr/>
          <p:nvPr/>
        </p:nvSpPr>
        <p:spPr>
          <a:xfrm>
            <a:off x="6750931" y="3339310"/>
            <a:ext cx="1552937" cy="69735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Image(Highlighted</a:t>
            </a:r>
          </a:p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construction)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8ED30EA-58D3-5466-54AB-6AD7910DEC73}"/>
              </a:ext>
            </a:extLst>
          </p:cNvPr>
          <p:cNvSpPr/>
          <p:nvPr/>
        </p:nvSpPr>
        <p:spPr>
          <a:xfrm>
            <a:off x="6721030" y="4136506"/>
            <a:ext cx="1552937" cy="6076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Detected Construction</a:t>
            </a:r>
          </a:p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123CCAF-2CAC-F91C-955F-26B8C325BFFE}"/>
              </a:ext>
            </a:extLst>
          </p:cNvPr>
          <p:cNvSpPr/>
          <p:nvPr/>
        </p:nvSpPr>
        <p:spPr>
          <a:xfrm>
            <a:off x="6750931" y="4858475"/>
            <a:ext cx="1552937" cy="60766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for user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D368E32-89D2-F42F-7369-E2F17501CA6A}"/>
              </a:ext>
            </a:extLst>
          </p:cNvPr>
          <p:cNvSpPr/>
          <p:nvPr/>
        </p:nvSpPr>
        <p:spPr>
          <a:xfrm>
            <a:off x="8949155" y="1571265"/>
            <a:ext cx="1552937" cy="6076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and Decision Support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4FF4453-869D-4401-8CF2-B4F6E0285BA1}"/>
              </a:ext>
            </a:extLst>
          </p:cNvPr>
          <p:cNvSpPr/>
          <p:nvPr/>
        </p:nvSpPr>
        <p:spPr>
          <a:xfrm>
            <a:off x="8949154" y="2825200"/>
            <a:ext cx="1552937" cy="6076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Authority Portal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07F197B-A3A6-8EFA-7B27-A67FE224677A}"/>
              </a:ext>
            </a:extLst>
          </p:cNvPr>
          <p:cNvSpPr/>
          <p:nvPr/>
        </p:nvSpPr>
        <p:spPr>
          <a:xfrm>
            <a:off x="8949154" y="2146146"/>
            <a:ext cx="1552937" cy="6076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AE9221C-3A0A-CB37-9A68-F052E0558BAD}"/>
              </a:ext>
            </a:extLst>
          </p:cNvPr>
          <p:cNvSpPr/>
          <p:nvPr/>
        </p:nvSpPr>
        <p:spPr>
          <a:xfrm>
            <a:off x="8949153" y="3570788"/>
            <a:ext cx="1552937" cy="6076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Citizen Feedback Section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723C917-1F11-E129-D555-3F8EBD81018B}"/>
              </a:ext>
            </a:extLst>
          </p:cNvPr>
          <p:cNvSpPr/>
          <p:nvPr/>
        </p:nvSpPr>
        <p:spPr>
          <a:xfrm>
            <a:off x="8949153" y="4334250"/>
            <a:ext cx="1552937" cy="60766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Integration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136CF7D3-A6FD-C1F8-75D6-2BE26F4A78F9}"/>
              </a:ext>
            </a:extLst>
          </p:cNvPr>
          <p:cNvSpPr/>
          <p:nvPr/>
        </p:nvSpPr>
        <p:spPr>
          <a:xfrm>
            <a:off x="3671105" y="2966022"/>
            <a:ext cx="413795" cy="217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0FCD99B7-E4AC-B9A1-5CAF-5A7233B475B1}"/>
              </a:ext>
            </a:extLst>
          </p:cNvPr>
          <p:cNvSpPr/>
          <p:nvPr/>
        </p:nvSpPr>
        <p:spPr>
          <a:xfrm>
            <a:off x="6269620" y="2966020"/>
            <a:ext cx="413795" cy="2170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78D8E56A-F846-7C31-2387-542CF971D6E8}"/>
              </a:ext>
            </a:extLst>
          </p:cNvPr>
          <p:cNvSpPr/>
          <p:nvPr/>
        </p:nvSpPr>
        <p:spPr>
          <a:xfrm>
            <a:off x="8401286" y="2966019"/>
            <a:ext cx="383891" cy="2170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332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74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Netra Thakur</dc:creator>
  <cp:lastModifiedBy>Netra Thakur</cp:lastModifiedBy>
  <cp:revision>1</cp:revision>
  <dcterms:created xsi:type="dcterms:W3CDTF">2026-01-12T05:59:00Z</dcterms:created>
  <dcterms:modified xsi:type="dcterms:W3CDTF">2026-01-12T06:19:27Z</dcterms:modified>
</cp:coreProperties>
</file>